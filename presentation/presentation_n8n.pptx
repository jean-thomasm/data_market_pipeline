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1"/>
    </p:embeddedFont>
    <p:embeddedFont>
      <p:font typeface="Instrument Sans SemiBold" panose="020B0604020202020204" charset="0"/>
      <p:regular r:id="rId12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043A1-75A8-8E6D-7938-AF2438D86FCE}" v="45" dt="2026-06-04T12:41:01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Martiny" userId="0d16c40a9891dd18" providerId="Windows Live" clId="Web-{954043A1-75A8-8E6D-7938-AF2438D86FCE}"/>
    <pc:docChg chg="modSld">
      <pc:chgData name="Christian Martiny" userId="0d16c40a9891dd18" providerId="Windows Live" clId="Web-{954043A1-75A8-8E6D-7938-AF2438D86FCE}" dt="2026-06-04T12:41:01.354" v="50"/>
      <pc:docMkLst>
        <pc:docMk/>
      </pc:docMkLst>
      <pc:sldChg chg="addSp delSp modSp mod setBg">
        <pc:chgData name="Christian Martiny" userId="0d16c40a9891dd18" providerId="Windows Live" clId="Web-{954043A1-75A8-8E6D-7938-AF2438D86FCE}" dt="2026-06-04T12:40:30.790" v="45" actId="20577"/>
        <pc:sldMkLst>
          <pc:docMk/>
          <pc:sldMk cId="0" sldId="257"/>
        </pc:sldMkLst>
        <pc:spChg chg="mod">
          <ac:chgData name="Christian Martiny" userId="0d16c40a9891dd18" providerId="Windows Live" clId="Web-{954043A1-75A8-8E6D-7938-AF2438D86FCE}" dt="2026-06-04T12:39:40.427" v="38"/>
          <ac:spMkLst>
            <pc:docMk/>
            <pc:sldMk cId="0" sldId="257"/>
            <ac:spMk id="3" creationId="{00000000-0000-0000-0000-000000000000}"/>
          </ac:spMkLst>
        </pc:spChg>
        <pc:spChg chg="mod ord">
          <ac:chgData name="Christian Martiny" userId="0d16c40a9891dd18" providerId="Windows Live" clId="Web-{954043A1-75A8-8E6D-7938-AF2438D86FCE}" dt="2026-06-04T12:40:30.790" v="45" actId="20577"/>
          <ac:spMkLst>
            <pc:docMk/>
            <pc:sldMk cId="0" sldId="257"/>
            <ac:spMk id="4" creationId="{00000000-0000-0000-0000-000000000000}"/>
          </ac:spMkLst>
        </pc:spChg>
        <pc:spChg chg="add del">
          <ac:chgData name="Christian Martiny" userId="0d16c40a9891dd18" providerId="Windows Live" clId="Web-{954043A1-75A8-8E6D-7938-AF2438D86FCE}" dt="2026-06-04T12:39:20.629" v="31"/>
          <ac:spMkLst>
            <pc:docMk/>
            <pc:sldMk cId="0" sldId="257"/>
            <ac:spMk id="10" creationId="{D2B783EE-0239-4717-BBEA-8C9EAC61C824}"/>
          </ac:spMkLst>
        </pc:spChg>
        <pc:spChg chg="add del">
          <ac:chgData name="Christian Martiny" userId="0d16c40a9891dd18" providerId="Windows Live" clId="Web-{954043A1-75A8-8E6D-7938-AF2438D86FCE}" dt="2026-06-04T12:39:20.629" v="31"/>
          <ac:spMkLst>
            <pc:docMk/>
            <pc:sldMk cId="0" sldId="257"/>
            <ac:spMk id="12" creationId="{A7B99495-F43F-4D80-A44F-2CB4764EB90B}"/>
          </ac:spMkLst>
        </pc:spChg>
        <pc:spChg chg="add del">
          <ac:chgData name="Christian Martiny" userId="0d16c40a9891dd18" providerId="Windows Live" clId="Web-{954043A1-75A8-8E6D-7938-AF2438D86FCE}" dt="2026-06-04T12:39:20.629" v="31"/>
          <ac:spMkLst>
            <pc:docMk/>
            <pc:sldMk cId="0" sldId="257"/>
            <ac:spMk id="14" creationId="{70BEB1E7-2F88-40BC-B73D-42E5B6F80BFC}"/>
          </ac:spMkLst>
        </pc:spChg>
        <pc:spChg chg="add del">
          <ac:chgData name="Christian Martiny" userId="0d16c40a9891dd18" providerId="Windows Live" clId="Web-{954043A1-75A8-8E6D-7938-AF2438D86FCE}" dt="2026-06-04T12:39:26.082" v="33"/>
          <ac:spMkLst>
            <pc:docMk/>
            <pc:sldMk cId="0" sldId="257"/>
            <ac:spMk id="16" creationId="{72D05657-94EE-4B2D-BC1B-A1D065063658}"/>
          </ac:spMkLst>
        </pc:spChg>
        <pc:spChg chg="add del">
          <ac:chgData name="Christian Martiny" userId="0d16c40a9891dd18" providerId="Windows Live" clId="Web-{954043A1-75A8-8E6D-7938-AF2438D86FCE}" dt="2026-06-04T12:39:26.082" v="33"/>
          <ac:spMkLst>
            <pc:docMk/>
            <pc:sldMk cId="0" sldId="257"/>
            <ac:spMk id="17" creationId="{7586665A-47B3-4AEE-BC94-15D89FF706B3}"/>
          </ac:spMkLst>
        </pc:spChg>
        <pc:spChg chg="add del">
          <ac:chgData name="Christian Martiny" userId="0d16c40a9891dd18" providerId="Windows Live" clId="Web-{954043A1-75A8-8E6D-7938-AF2438D86FCE}" dt="2026-06-04T12:39:29.301" v="35"/>
          <ac:spMkLst>
            <pc:docMk/>
            <pc:sldMk cId="0" sldId="257"/>
            <ac:spMk id="18" creationId="{67EF550F-47CE-4FB2-9DAC-12AD835C833D}"/>
          </ac:spMkLst>
        </pc:spChg>
        <pc:spChg chg="add del">
          <ac:chgData name="Christian Martiny" userId="0d16c40a9891dd18" providerId="Windows Live" clId="Web-{954043A1-75A8-8E6D-7938-AF2438D86FCE}" dt="2026-06-04T12:39:29.301" v="35"/>
          <ac:spMkLst>
            <pc:docMk/>
            <pc:sldMk cId="0" sldId="257"/>
            <ac:spMk id="19" creationId="{63F5877B-98C7-49DD-83AB-0F6F57CB6543}"/>
          </ac:spMkLst>
        </pc:spChg>
        <pc:spChg chg="add del">
          <ac:chgData name="Christian Martiny" userId="0d16c40a9891dd18" providerId="Windows Live" clId="Web-{954043A1-75A8-8E6D-7938-AF2438D86FCE}" dt="2026-06-04T12:39:29.301" v="35"/>
          <ac:spMkLst>
            <pc:docMk/>
            <pc:sldMk cId="0" sldId="257"/>
            <ac:spMk id="20" creationId="{4EA91930-66BC-4C41-B4F5-C31EB216F64B}"/>
          </ac:spMkLst>
        </pc:spChg>
        <pc:spChg chg="add del">
          <ac:chgData name="Christian Martiny" userId="0d16c40a9891dd18" providerId="Windows Live" clId="Web-{954043A1-75A8-8E6D-7938-AF2438D86FCE}" dt="2026-06-04T12:39:29.301" v="35"/>
          <ac:spMkLst>
            <pc:docMk/>
            <pc:sldMk cId="0" sldId="257"/>
            <ac:spMk id="21" creationId="{6313CF8F-B436-401E-9575-DE0F8E8B5B17}"/>
          </ac:spMkLst>
        </pc:spChg>
        <pc:spChg chg="add del">
          <ac:chgData name="Christian Martiny" userId="0d16c40a9891dd18" providerId="Windows Live" clId="Web-{954043A1-75A8-8E6D-7938-AF2438D86FCE}" dt="2026-06-04T12:39:29.301" v="35"/>
          <ac:spMkLst>
            <pc:docMk/>
            <pc:sldMk cId="0" sldId="257"/>
            <ac:spMk id="22" creationId="{2A38CFE9-C30A-4551-ACCB-D5808FBC39CD}"/>
          </ac:spMkLst>
        </pc:spChg>
        <pc:spChg chg="add del">
          <ac:chgData name="Christian Martiny" userId="0d16c40a9891dd18" providerId="Windows Live" clId="Web-{954043A1-75A8-8E6D-7938-AF2438D86FCE}" dt="2026-06-04T12:39:40.411" v="37"/>
          <ac:spMkLst>
            <pc:docMk/>
            <pc:sldMk cId="0" sldId="257"/>
            <ac:spMk id="24" creationId="{873DDF9D-E27C-4E23-A1E8-CA352535F7C9}"/>
          </ac:spMkLst>
        </pc:spChg>
        <pc:spChg chg="add del">
          <ac:chgData name="Christian Martiny" userId="0d16c40a9891dd18" providerId="Windows Live" clId="Web-{954043A1-75A8-8E6D-7938-AF2438D86FCE}" dt="2026-06-04T12:39:40.411" v="37"/>
          <ac:spMkLst>
            <pc:docMk/>
            <pc:sldMk cId="0" sldId="257"/>
            <ac:spMk id="25" creationId="{4C6B5652-C661-4C58-B937-F0F490F7FCB2}"/>
          </ac:spMkLst>
        </pc:spChg>
        <pc:spChg chg="add del">
          <ac:chgData name="Christian Martiny" userId="0d16c40a9891dd18" providerId="Windows Live" clId="Web-{954043A1-75A8-8E6D-7938-AF2438D86FCE}" dt="2026-06-04T12:39:40.411" v="37"/>
          <ac:spMkLst>
            <pc:docMk/>
            <pc:sldMk cId="0" sldId="257"/>
            <ac:spMk id="26" creationId="{0B936867-6407-43FB-9DE6-1B0879D0CB31}"/>
          </ac:spMkLst>
        </pc:spChg>
        <pc:spChg chg="add del">
          <ac:chgData name="Christian Martiny" userId="0d16c40a9891dd18" providerId="Windows Live" clId="Web-{954043A1-75A8-8E6D-7938-AF2438D86FCE}" dt="2026-06-04T12:39:40.411" v="37"/>
          <ac:spMkLst>
            <pc:docMk/>
            <pc:sldMk cId="0" sldId="257"/>
            <ac:spMk id="27" creationId="{ACD0B258-678B-4A8C-894F-848AF24A1922}"/>
          </ac:spMkLst>
        </pc:spChg>
        <pc:spChg chg="add del">
          <ac:chgData name="Christian Martiny" userId="0d16c40a9891dd18" providerId="Windows Live" clId="Web-{954043A1-75A8-8E6D-7938-AF2438D86FCE}" dt="2026-06-04T12:39:40.411" v="37"/>
          <ac:spMkLst>
            <pc:docMk/>
            <pc:sldMk cId="0" sldId="257"/>
            <ac:spMk id="28" creationId="{2F003F3F-F118-41D2-AA3F-74DB0D1970BB}"/>
          </ac:spMkLst>
        </pc:spChg>
        <pc:spChg chg="add del">
          <ac:chgData name="Christian Martiny" userId="0d16c40a9891dd18" providerId="Windows Live" clId="Web-{954043A1-75A8-8E6D-7938-AF2438D86FCE}" dt="2026-06-04T12:39:40.411" v="37"/>
          <ac:spMkLst>
            <pc:docMk/>
            <pc:sldMk cId="0" sldId="257"/>
            <ac:spMk id="29" creationId="{C8D58395-74AF-401A-AF2F-76B6FCF71DFE}"/>
          </ac:spMkLst>
        </pc:spChg>
        <pc:spChg chg="add">
          <ac:chgData name="Christian Martiny" userId="0d16c40a9891dd18" providerId="Windows Live" clId="Web-{954043A1-75A8-8E6D-7938-AF2438D86FCE}" dt="2026-06-04T12:39:40.427" v="38"/>
          <ac:spMkLst>
            <pc:docMk/>
            <pc:sldMk cId="0" sldId="257"/>
            <ac:spMk id="31" creationId="{2172A0AC-3DCE-4672-BCAF-28FEF91F6020}"/>
          </ac:spMkLst>
        </pc:spChg>
        <pc:spChg chg="add">
          <ac:chgData name="Christian Martiny" userId="0d16c40a9891dd18" providerId="Windows Live" clId="Web-{954043A1-75A8-8E6D-7938-AF2438D86FCE}" dt="2026-06-04T12:39:40.427" v="38"/>
          <ac:spMkLst>
            <pc:docMk/>
            <pc:sldMk cId="0" sldId="257"/>
            <ac:spMk id="32" creationId="{AE6F1C77-EDC9-4C5F-8C1C-62DD46BDA3C3}"/>
          </ac:spMkLst>
        </pc:spChg>
        <pc:picChg chg="mod ord">
          <ac:chgData name="Christian Martiny" userId="0d16c40a9891dd18" providerId="Windows Live" clId="Web-{954043A1-75A8-8E6D-7938-AF2438D86FCE}" dt="2026-06-04T12:39:40.427" v="38"/>
          <ac:picMkLst>
            <pc:docMk/>
            <pc:sldMk cId="0" sldId="257"/>
            <ac:picMk id="2" creationId="{00000000-0000-0000-0000-000000000000}"/>
          </ac:picMkLst>
        </pc:picChg>
        <pc:picChg chg="add mod ord modCrop">
          <ac:chgData name="Christian Martiny" userId="0d16c40a9891dd18" providerId="Windows Live" clId="Web-{954043A1-75A8-8E6D-7938-AF2438D86FCE}" dt="2026-06-04T12:39:40.427" v="38"/>
          <ac:picMkLst>
            <pc:docMk/>
            <pc:sldMk cId="0" sldId="257"/>
            <ac:picMk id="5" creationId="{1C7A0C73-FD60-A744-00EF-3EE7FEDC44A8}"/>
          </ac:picMkLst>
        </pc:picChg>
      </pc:sldChg>
      <pc:sldChg chg="addSp delSp modSp">
        <pc:chgData name="Christian Martiny" userId="0d16c40a9891dd18" providerId="Windows Live" clId="Web-{954043A1-75A8-8E6D-7938-AF2438D86FCE}" dt="2026-06-04T12:40:40.603" v="47"/>
        <pc:sldMkLst>
          <pc:docMk/>
          <pc:sldMk cId="0" sldId="258"/>
        </pc:sldMkLst>
        <pc:picChg chg="add del mod">
          <ac:chgData name="Christian Martiny" userId="0d16c40a9891dd18" providerId="Windows Live" clId="Web-{954043A1-75A8-8E6D-7938-AF2438D86FCE}" dt="2026-06-04T12:37:22.370" v="6"/>
          <ac:picMkLst>
            <pc:docMk/>
            <pc:sldMk cId="0" sldId="258"/>
            <ac:picMk id="13" creationId="{9019DD16-93BD-73F6-441B-2B95B7B69B45}"/>
          </ac:picMkLst>
        </pc:picChg>
        <pc:picChg chg="add del mod modCrop">
          <ac:chgData name="Christian Martiny" userId="0d16c40a9891dd18" providerId="Windows Live" clId="Web-{954043A1-75A8-8E6D-7938-AF2438D86FCE}" dt="2026-06-04T12:38:57.346" v="25"/>
          <ac:picMkLst>
            <pc:docMk/>
            <pc:sldMk cId="0" sldId="258"/>
            <ac:picMk id="14" creationId="{535CA6E3-F8BB-72F0-2A5C-AA4652341C98}"/>
          </ac:picMkLst>
        </pc:picChg>
        <pc:picChg chg="add">
          <ac:chgData name="Christian Martiny" userId="0d16c40a9891dd18" providerId="Windows Live" clId="Web-{954043A1-75A8-8E6D-7938-AF2438D86FCE}" dt="2026-06-04T12:40:40.603" v="47"/>
          <ac:picMkLst>
            <pc:docMk/>
            <pc:sldMk cId="0" sldId="258"/>
            <ac:picMk id="16" creationId="{FB5F0E19-CFE5-2279-79F4-EB12334BF05B}"/>
          </ac:picMkLst>
        </pc:picChg>
      </pc:sldChg>
      <pc:sldChg chg="addSp delSp">
        <pc:chgData name="Christian Martiny" userId="0d16c40a9891dd18" providerId="Windows Live" clId="Web-{954043A1-75A8-8E6D-7938-AF2438D86FCE}" dt="2026-06-04T12:40:39.290" v="46"/>
        <pc:sldMkLst>
          <pc:docMk/>
          <pc:sldMk cId="0" sldId="259"/>
        </pc:sldMkLst>
        <pc:picChg chg="add del">
          <ac:chgData name="Christian Martiny" userId="0d16c40a9891dd18" providerId="Windows Live" clId="Web-{954043A1-75A8-8E6D-7938-AF2438D86FCE}" dt="2026-06-04T12:38:54.971" v="24"/>
          <ac:picMkLst>
            <pc:docMk/>
            <pc:sldMk cId="0" sldId="259"/>
            <ac:picMk id="10" creationId="{0DA6BB62-18CF-3197-47D1-64D48C7A3749}"/>
          </ac:picMkLst>
        </pc:picChg>
        <pc:picChg chg="add">
          <ac:chgData name="Christian Martiny" userId="0d16c40a9891dd18" providerId="Windows Live" clId="Web-{954043A1-75A8-8E6D-7938-AF2438D86FCE}" dt="2026-06-04T12:40:39.290" v="46"/>
          <ac:picMkLst>
            <pc:docMk/>
            <pc:sldMk cId="0" sldId="259"/>
            <ac:picMk id="12" creationId="{F4F9F5AD-E3B8-13A0-EB57-6EF582EADD27}"/>
          </ac:picMkLst>
        </pc:picChg>
      </pc:sldChg>
      <pc:sldChg chg="addSp delSp modSp">
        <pc:chgData name="Christian Martiny" userId="0d16c40a9891dd18" providerId="Windows Live" clId="Web-{954043A1-75A8-8E6D-7938-AF2438D86FCE}" dt="2026-06-04T12:38:39.391" v="20" actId="14100"/>
        <pc:sldMkLst>
          <pc:docMk/>
          <pc:sldMk cId="0" sldId="260"/>
        </pc:sldMkLst>
        <pc:picChg chg="del">
          <ac:chgData name="Christian Martiny" userId="0d16c40a9891dd18" providerId="Windows Live" clId="Web-{954043A1-75A8-8E6D-7938-AF2438D86FCE}" dt="2026-06-04T12:36:49.571" v="0"/>
          <ac:picMkLst>
            <pc:docMk/>
            <pc:sldMk cId="0" sldId="260"/>
            <ac:picMk id="2" creationId="{00000000-0000-0000-0000-000000000000}"/>
          </ac:picMkLst>
        </pc:picChg>
        <pc:picChg chg="add mod">
          <ac:chgData name="Christian Martiny" userId="0d16c40a9891dd18" providerId="Windows Live" clId="Web-{954043A1-75A8-8E6D-7938-AF2438D86FCE}" dt="2026-06-04T12:37:08.447" v="4" actId="1076"/>
          <ac:picMkLst>
            <pc:docMk/>
            <pc:sldMk cId="0" sldId="260"/>
            <ac:picMk id="17" creationId="{7B668286-7DFB-1D22-64C0-A1B47AC2ED1F}"/>
          </ac:picMkLst>
        </pc:picChg>
        <pc:picChg chg="add mod">
          <ac:chgData name="Christian Martiny" userId="0d16c40a9891dd18" providerId="Windows Live" clId="Web-{954043A1-75A8-8E6D-7938-AF2438D86FCE}" dt="2026-06-04T12:38:39.391" v="20" actId="14100"/>
          <ac:picMkLst>
            <pc:docMk/>
            <pc:sldMk cId="0" sldId="260"/>
            <ac:picMk id="19" creationId="{C3D06856-81AF-FCF4-6FC7-683AC0279D43}"/>
          </ac:picMkLst>
        </pc:picChg>
      </pc:sldChg>
      <pc:sldChg chg="addSp delSp">
        <pc:chgData name="Christian Martiny" userId="0d16c40a9891dd18" providerId="Windows Live" clId="Web-{954043A1-75A8-8E6D-7938-AF2438D86FCE}" dt="2026-06-04T12:40:57.807" v="48"/>
        <pc:sldMkLst>
          <pc:docMk/>
          <pc:sldMk cId="0" sldId="261"/>
        </pc:sldMkLst>
        <pc:picChg chg="add del">
          <ac:chgData name="Christian Martiny" userId="0d16c40a9891dd18" providerId="Windows Live" clId="Web-{954043A1-75A8-8E6D-7938-AF2438D86FCE}" dt="2026-06-04T12:38:52.783" v="23"/>
          <ac:picMkLst>
            <pc:docMk/>
            <pc:sldMk cId="0" sldId="261"/>
            <ac:picMk id="10" creationId="{C301CAFE-8186-B8E9-0C9C-6B830CFE4C51}"/>
          </ac:picMkLst>
        </pc:picChg>
        <pc:picChg chg="add">
          <ac:chgData name="Christian Martiny" userId="0d16c40a9891dd18" providerId="Windows Live" clId="Web-{954043A1-75A8-8E6D-7938-AF2438D86FCE}" dt="2026-06-04T12:40:57.807" v="48"/>
          <ac:picMkLst>
            <pc:docMk/>
            <pc:sldMk cId="0" sldId="261"/>
            <ac:picMk id="12" creationId="{A401C5D9-2F3F-39D3-3DE0-524157CF0B71}"/>
          </ac:picMkLst>
        </pc:picChg>
      </pc:sldChg>
      <pc:sldChg chg="addSp delSp">
        <pc:chgData name="Christian Martiny" userId="0d16c40a9891dd18" providerId="Windows Live" clId="Web-{954043A1-75A8-8E6D-7938-AF2438D86FCE}" dt="2026-06-04T12:40:59.182" v="49"/>
        <pc:sldMkLst>
          <pc:docMk/>
          <pc:sldMk cId="0" sldId="262"/>
        </pc:sldMkLst>
        <pc:picChg chg="add del">
          <ac:chgData name="Christian Martiny" userId="0d16c40a9891dd18" providerId="Windows Live" clId="Web-{954043A1-75A8-8E6D-7938-AF2438D86FCE}" dt="2026-06-04T12:38:47.611" v="22"/>
          <ac:picMkLst>
            <pc:docMk/>
            <pc:sldMk cId="0" sldId="262"/>
            <ac:picMk id="10" creationId="{2DF31586-195A-90FE-242E-55ED5B424080}"/>
          </ac:picMkLst>
        </pc:picChg>
        <pc:picChg chg="add">
          <ac:chgData name="Christian Martiny" userId="0d16c40a9891dd18" providerId="Windows Live" clId="Web-{954043A1-75A8-8E6D-7938-AF2438D86FCE}" dt="2026-06-04T12:40:59.182" v="49"/>
          <ac:picMkLst>
            <pc:docMk/>
            <pc:sldMk cId="0" sldId="262"/>
            <ac:picMk id="12" creationId="{7A5F5007-A729-8370-2E8A-7B6642678D7D}"/>
          </ac:picMkLst>
        </pc:picChg>
      </pc:sldChg>
      <pc:sldChg chg="addSp delSp">
        <pc:chgData name="Christian Martiny" userId="0d16c40a9891dd18" providerId="Windows Live" clId="Web-{954043A1-75A8-8E6D-7938-AF2438D86FCE}" dt="2026-06-04T12:41:01.354" v="50"/>
        <pc:sldMkLst>
          <pc:docMk/>
          <pc:sldMk cId="0" sldId="263"/>
        </pc:sldMkLst>
        <pc:picChg chg="add del">
          <ac:chgData name="Christian Martiny" userId="0d16c40a9891dd18" providerId="Windows Live" clId="Web-{954043A1-75A8-8E6D-7938-AF2438D86FCE}" dt="2026-06-04T12:38:45.220" v="21"/>
          <ac:picMkLst>
            <pc:docMk/>
            <pc:sldMk cId="0" sldId="263"/>
            <ac:picMk id="24" creationId="{EBB68AA0-5856-586B-922C-F65A820927AE}"/>
          </ac:picMkLst>
        </pc:picChg>
        <pc:picChg chg="add">
          <ac:chgData name="Christian Martiny" userId="0d16c40a9891dd18" providerId="Windows Live" clId="Web-{954043A1-75A8-8E6D-7938-AF2438D86FCE}" dt="2026-06-04T12:41:01.354" v="50"/>
          <ac:picMkLst>
            <pc:docMk/>
            <pc:sldMk cId="0" sldId="263"/>
            <ac:picMk id="26" creationId="{01AD7275-03FA-20AC-76F0-288C595096B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15378-29B8-43FC-9024-53FC8B8885DB}" type="datetimeFigureOut">
              <a:t>04/06/2026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9981C-323D-419B-A73B-06DB046B19E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298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2017142"/>
            <a:ext cx="431936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MARKET 386959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727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Scraping de données d'entreprises via N8N — Pipeline d'enrichissement automatisé sur GCP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172A0AC-3DCE-4672-BCAF-28FEF91F6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6F1C77-EDC9-4C5F-8C1C-62DD46BD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 descr="Releases · n8n-io/n8n · GitHub">
            <a:extLst>
              <a:ext uri="{FF2B5EF4-FFF2-40B4-BE49-F238E27FC236}">
                <a16:creationId xmlns:a16="http://schemas.microsoft.com/office/drawing/2014/main" id="{1C7A0C73-FD60-A744-00EF-3EE7FEDC44A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10466" r="-2" b="8375"/>
          <a:stretch>
            <a:fillRect/>
          </a:stretch>
        </p:blipFill>
        <p:spPr>
          <a:xfrm>
            <a:off x="20" y="10"/>
            <a:ext cx="6337717" cy="51434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273843"/>
            <a:ext cx="3938487" cy="12207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Scraping de societe.com via N8N</a:t>
            </a:r>
          </a:p>
        </p:txBody>
      </p:sp>
      <p:sp>
        <p:nvSpPr>
          <p:cNvPr id="4" name="Text 1"/>
          <p:cNvSpPr/>
          <p:nvPr/>
        </p:nvSpPr>
        <p:spPr>
          <a:xfrm>
            <a:off x="357939" y="3146226"/>
            <a:ext cx="4216687" cy="24039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>
              <a:lnSpc>
                <a:spcPct val="9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</a:rPr>
              <a:t>Ce </a:t>
            </a:r>
            <a:r>
              <a:rPr lang="en-US" sz="1500" dirty="0" err="1">
                <a:solidFill>
                  <a:srgbClr val="FFFFFF"/>
                </a:solidFill>
              </a:rPr>
              <a:t>projet</a:t>
            </a:r>
            <a:r>
              <a:rPr lang="en-US" sz="1500" dirty="0">
                <a:solidFill>
                  <a:srgbClr val="FFFFFF"/>
                </a:solidFill>
              </a:rPr>
              <a:t> vise à </a:t>
            </a:r>
            <a:r>
              <a:rPr lang="en-US" sz="1500" dirty="0" err="1">
                <a:solidFill>
                  <a:srgbClr val="FFFFFF"/>
                </a:solidFill>
              </a:rPr>
              <a:t>automatiser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l'extraction</a:t>
            </a:r>
            <a:r>
              <a:rPr lang="en-US" sz="1500" dirty="0">
                <a:solidFill>
                  <a:srgbClr val="FFFFFF"/>
                </a:solidFill>
              </a:rPr>
              <a:t> de données </a:t>
            </a:r>
            <a:r>
              <a:rPr lang="en-US" sz="1500" dirty="0" err="1">
                <a:solidFill>
                  <a:srgbClr val="FFFFFF"/>
                </a:solidFill>
              </a:rPr>
              <a:t>d'entreprises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françaises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depuis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rgbClr val="FFFFFF"/>
                </a:solidFill>
              </a:rPr>
              <a:t>societe.com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en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utilisant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b="1" dirty="0">
                <a:solidFill>
                  <a:srgbClr val="FFFFFF"/>
                </a:solidFill>
              </a:rPr>
              <a:t>N8N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comme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orchestrateur</a:t>
            </a:r>
            <a:r>
              <a:rPr lang="en-US" sz="1500" dirty="0">
                <a:solidFill>
                  <a:srgbClr val="FFFFFF"/>
                </a:solidFill>
              </a:rPr>
              <a:t> de workflow. </a:t>
            </a:r>
            <a:r>
              <a:rPr lang="en-US" sz="1500" dirty="0" err="1">
                <a:solidFill>
                  <a:srgbClr val="FFFFFF"/>
                </a:solidFill>
              </a:rPr>
              <a:t>L'objectif</a:t>
            </a:r>
            <a:r>
              <a:rPr lang="en-US" sz="1500" dirty="0">
                <a:solidFill>
                  <a:srgbClr val="FFFFFF"/>
                </a:solidFill>
              </a:rPr>
              <a:t> est </a:t>
            </a:r>
            <a:r>
              <a:rPr lang="en-US" sz="1500" dirty="0" err="1">
                <a:solidFill>
                  <a:srgbClr val="FFFFFF"/>
                </a:solidFill>
              </a:rPr>
              <a:t>d'enrichir</a:t>
            </a:r>
            <a:r>
              <a:rPr lang="en-US" sz="1500" dirty="0">
                <a:solidFill>
                  <a:srgbClr val="FFFFFF"/>
                </a:solidFill>
              </a:rPr>
              <a:t> un </a:t>
            </a:r>
            <a:r>
              <a:rPr lang="en-US" sz="1500" dirty="0" err="1">
                <a:solidFill>
                  <a:srgbClr val="FFFFFF"/>
                </a:solidFill>
              </a:rPr>
              <a:t>référentiel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d'entreprises</a:t>
            </a:r>
            <a:r>
              <a:rPr lang="en-US" sz="1500" dirty="0">
                <a:solidFill>
                  <a:srgbClr val="FFFFFF"/>
                </a:solidFill>
              </a:rPr>
              <a:t> avec des </a:t>
            </a:r>
            <a:r>
              <a:rPr lang="en-US" sz="1500" dirty="0" err="1">
                <a:solidFill>
                  <a:srgbClr val="FFFFFF"/>
                </a:solidFill>
              </a:rPr>
              <a:t>informations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financières</a:t>
            </a:r>
            <a:r>
              <a:rPr lang="en-US" sz="1500" dirty="0">
                <a:solidFill>
                  <a:srgbClr val="FFFFFF"/>
                </a:solidFill>
              </a:rPr>
              <a:t>, </a:t>
            </a:r>
            <a:r>
              <a:rPr lang="en-US" sz="1500" dirty="0" err="1">
                <a:solidFill>
                  <a:srgbClr val="FFFFFF"/>
                </a:solidFill>
              </a:rPr>
              <a:t>juridiques</a:t>
            </a:r>
            <a:r>
              <a:rPr lang="en-US" sz="1500" dirty="0">
                <a:solidFill>
                  <a:srgbClr val="FFFFFF"/>
                </a:solidFill>
              </a:rPr>
              <a:t> et </a:t>
            </a:r>
            <a:r>
              <a:rPr lang="en-US" sz="1500" dirty="0" err="1">
                <a:solidFill>
                  <a:srgbClr val="FFFFFF"/>
                </a:solidFill>
              </a:rPr>
              <a:t>environnementales</a:t>
            </a:r>
            <a:r>
              <a:rPr lang="en-US" sz="1500" dirty="0">
                <a:solidFill>
                  <a:srgbClr val="FFFFFF"/>
                </a:solidFill>
              </a:rPr>
              <a:t>, </a:t>
            </a:r>
            <a:r>
              <a:rPr lang="en-US" sz="1500" dirty="0" err="1">
                <a:solidFill>
                  <a:srgbClr val="FFFFFF"/>
                </a:solidFill>
              </a:rPr>
              <a:t>puis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d'intégrer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ces</a:t>
            </a:r>
            <a:r>
              <a:rPr lang="en-US" sz="1500" dirty="0">
                <a:solidFill>
                  <a:srgbClr val="FFFFFF"/>
                </a:solidFill>
              </a:rPr>
              <a:t> données dans </a:t>
            </a:r>
            <a:r>
              <a:rPr lang="en-US" sz="1500" dirty="0" err="1">
                <a:solidFill>
                  <a:srgbClr val="FFFFFF"/>
                </a:solidFill>
              </a:rPr>
              <a:t>une</a:t>
            </a:r>
            <a:r>
              <a:rPr lang="en-US" sz="1500" dirty="0">
                <a:solidFill>
                  <a:srgbClr val="FFFFFF"/>
                </a:solidFill>
              </a:rPr>
              <a:t> pipeline GCP </a:t>
            </a:r>
            <a:r>
              <a:rPr lang="en-US" sz="1500" dirty="0" err="1">
                <a:solidFill>
                  <a:srgbClr val="FFFFFF"/>
                </a:solidFill>
              </a:rPr>
              <a:t>structurée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selon</a:t>
            </a:r>
            <a:r>
              <a:rPr lang="en-US" sz="1500" dirty="0">
                <a:solidFill>
                  <a:srgbClr val="FFFFFF"/>
                </a:solidFill>
              </a:rPr>
              <a:t> le </a:t>
            </a:r>
            <a:r>
              <a:rPr lang="en-US" sz="1500" dirty="0" err="1">
                <a:solidFill>
                  <a:srgbClr val="FFFFFF"/>
                </a:solidFill>
              </a:rPr>
              <a:t>modèle</a:t>
            </a:r>
            <a:r>
              <a:rPr lang="en-US" sz="1500" dirty="0">
                <a:solidFill>
                  <a:srgbClr val="FFFFFF"/>
                </a:solidFill>
              </a:rPr>
              <a:t> </a:t>
            </a:r>
            <a:r>
              <a:rPr lang="en-US" sz="1500" dirty="0" err="1">
                <a:solidFill>
                  <a:srgbClr val="FFFFFF"/>
                </a:solidFill>
              </a:rPr>
              <a:t>médaillon</a:t>
            </a:r>
            <a:r>
              <a:rPr lang="en-US" sz="1500" dirty="0">
                <a:solidFill>
                  <a:srgbClr val="FFFFFF"/>
                </a:solidFill>
              </a:rPr>
              <a:t>.</a:t>
            </a:r>
            <a:endParaRPr lang="fr-FR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rcRect t="6323" r="-2" b="16904"/>
          <a:stretch>
            <a:fillRect/>
          </a:stretch>
        </p:blipFill>
        <p:spPr>
          <a:xfrm>
            <a:off x="4669497" y="10"/>
            <a:ext cx="4472089" cy="51434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329"/>
            <a:ext cx="4324648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Principe du workflow N8N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96417"/>
            <a:ext cx="4670673" cy="26466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1792" y="1661071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Entrées du workflow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1792" y="1906265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Sortie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001792" y="2220367"/>
            <a:ext cx="2650778" cy="969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Enrichissement automatique via la page </a:t>
            </a: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societe.com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dédiée à l'entreprise ciblée. Les données extraites sont structurées au format JSON et prêtes à être ingérées dans la pipeline.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31" y="4001467"/>
            <a:ext cx="4032721" cy="7457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0814" y="4143301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Nom de l'entreprise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80814" y="4411414"/>
            <a:ext cx="3691905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Identifiant textuel utilisé pour la recherche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5086" y="4001467"/>
            <a:ext cx="4032796" cy="7457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14069" y="4143301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Numéro SIREN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814069" y="4411414"/>
            <a:ext cx="369197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Identifiant unique à 9 chiffres de l'entreprise</a:t>
            </a:r>
            <a:endParaRPr lang="en-US" sz="1000" dirty="0"/>
          </a:p>
        </p:txBody>
      </p:sp>
      <p:pic>
        <p:nvPicPr>
          <p:cNvPr id="16" name="Image 15" descr="Releases · n8n-io/n8n · GitHub">
            <a:extLst>
              <a:ext uri="{FF2B5EF4-FFF2-40B4-BE49-F238E27FC236}">
                <a16:creationId xmlns:a16="http://schemas.microsoft.com/office/drawing/2014/main" id="{FB5F0E19-CFE5-2279-79F4-EB12334BF05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94" b="794"/>
          <a:stretch>
            <a:fillRect/>
          </a:stretch>
        </p:blipFill>
        <p:spPr>
          <a:xfrm>
            <a:off x="8309202" y="83684"/>
            <a:ext cx="646718" cy="660325"/>
          </a:xfrm>
          <a:prstGeom prst="rect">
            <a:avLst/>
          </a:prstGeom>
          <a:ln>
            <a:solidFill>
              <a:srgbClr val="FF334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701"/>
            <a:ext cx="55486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Mécanisme d'extraction HTML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94048"/>
            <a:ext cx="26200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Comment ça fonctionne 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57263"/>
            <a:ext cx="262823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 workflow utilise des </a:t>
            </a: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Nodes HTML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pour naviguer dans le code source de la page et extraire les données ciblées. Le node </a:t>
            </a:r>
            <a:r>
              <a:rPr lang="en-US" sz="11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IF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joue un rôle clé : il identifie le label </a:t>
            </a:r>
            <a:r>
              <a:rPr lang="en-US" sz="11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"Forme juridique"</a:t>
            </a:r>
            <a:r>
              <a:rPr lang="en-US" sz="11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pour distinguer les balises HTML identiques dont seul le libellé diffère.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304431"/>
            <a:ext cx="2628230" cy="1282824"/>
          </a:xfrm>
          <a:prstGeom prst="roundRect">
            <a:avLst>
              <a:gd name="adj" fmla="val 4642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519488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481611"/>
            <a:ext cx="20257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Cette approche permet de s'adapter à la structure variable des pages sans dépendre d'une API officielle.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988" y="1432545"/>
            <a:ext cx="5177582" cy="2933923"/>
          </a:xfrm>
          <a:prstGeom prst="rect">
            <a:avLst/>
          </a:prstGeom>
        </p:spPr>
      </p:pic>
      <p:pic>
        <p:nvPicPr>
          <p:cNvPr id="12" name="Image 11" descr="Releases · n8n-io/n8n · GitHub">
            <a:extLst>
              <a:ext uri="{FF2B5EF4-FFF2-40B4-BE49-F238E27FC236}">
                <a16:creationId xmlns:a16="http://schemas.microsoft.com/office/drawing/2014/main" id="{F4F9F5AD-E3B8-13A0-EB57-6EF582EADD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94" b="794"/>
          <a:stretch>
            <a:fillRect/>
          </a:stretch>
        </p:blipFill>
        <p:spPr>
          <a:xfrm>
            <a:off x="8309202" y="83684"/>
            <a:ext cx="646718" cy="660325"/>
          </a:xfrm>
          <a:prstGeom prst="rect">
            <a:avLst/>
          </a:prstGeom>
          <a:ln>
            <a:solidFill>
              <a:srgbClr val="FF334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437778"/>
            <a:ext cx="29380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Données extraites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852041"/>
            <a:ext cx="517996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 workflow récupère </a:t>
            </a:r>
            <a:r>
              <a:rPr lang="en-US" sz="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 champs</a:t>
            </a: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couvrant les dimensions juridique, financière et ESG des entreprises.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925119" y="1065163"/>
            <a:ext cx="4722763" cy="858069"/>
          </a:xfrm>
          <a:prstGeom prst="roundRect">
            <a:avLst>
              <a:gd name="adj" fmla="val 4857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29075" y="1169119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Identité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029075" y="1365796"/>
            <a:ext cx="4514850" cy="453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company_name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url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legal_form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925119" y="1992660"/>
            <a:ext cx="4722763" cy="858069"/>
          </a:xfrm>
          <a:prstGeom prst="roundRect">
            <a:avLst>
              <a:gd name="adj" fmla="val 4857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9075" y="2096616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Activité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29075" y="2293293"/>
            <a:ext cx="4514850" cy="453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stated_primary_business_activity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type_of_business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collective_bargaining_agreement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925119" y="2920157"/>
            <a:ext cx="4722763" cy="858069"/>
          </a:xfrm>
          <a:prstGeom prst="roundRect">
            <a:avLst>
              <a:gd name="adj" fmla="val 4857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9075" y="3024113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Finances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29075" y="3220789"/>
            <a:ext cx="4514850" cy="453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capital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revenue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net_results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925119" y="3847654"/>
            <a:ext cx="4722763" cy="858069"/>
          </a:xfrm>
          <a:prstGeom prst="roundRect">
            <a:avLst>
              <a:gd name="adj" fmla="val 4857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9075" y="3951610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ESG &amp; Méta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029075" y="4148286"/>
            <a:ext cx="4514850" cy="453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carbon_footprint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other_reports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scrapped_at</a:t>
            </a:r>
            <a:endParaRPr lang="en-US" sz="750" dirty="0"/>
          </a:p>
        </p:txBody>
      </p:sp>
      <p:pic>
        <p:nvPicPr>
          <p:cNvPr id="17" name="Image 16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7B668286-7DFB-1D22-64C0-A1B47AC2E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66" y="217714"/>
            <a:ext cx="3077177" cy="4606018"/>
          </a:xfrm>
          <a:prstGeom prst="rect">
            <a:avLst/>
          </a:prstGeom>
        </p:spPr>
      </p:pic>
      <p:pic>
        <p:nvPicPr>
          <p:cNvPr id="19" name="Image 18" descr="Releases · n8n-io/n8n · GitHub">
            <a:extLst>
              <a:ext uri="{FF2B5EF4-FFF2-40B4-BE49-F238E27FC236}">
                <a16:creationId xmlns:a16="http://schemas.microsoft.com/office/drawing/2014/main" id="{C3D06856-81AF-FCF4-6FC7-683AC0279D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94" b="794"/>
          <a:stretch>
            <a:fillRect/>
          </a:stretch>
        </p:blipFill>
        <p:spPr>
          <a:xfrm>
            <a:off x="8309202" y="83684"/>
            <a:ext cx="646718" cy="660325"/>
          </a:xfrm>
          <a:prstGeom prst="rect">
            <a:avLst/>
          </a:prstGeom>
          <a:ln>
            <a:solidFill>
              <a:srgbClr val="FF334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379"/>
            <a:ext cx="385636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Exemple : Sopra Steria Group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44787"/>
            <a:ext cx="3649712" cy="20681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6771" y="1515070"/>
            <a:ext cx="1727076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Extrait JSON retourné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956771" y="1748210"/>
            <a:ext cx="2695798" cy="2088207"/>
          </a:xfrm>
          <a:prstGeom prst="roundRect">
            <a:avLst>
              <a:gd name="adj" fmla="val 1996"/>
            </a:avLst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5951860" y="1748210"/>
            <a:ext cx="2705621" cy="2088207"/>
          </a:xfrm>
          <a:prstGeom prst="roundRect">
            <a:avLst>
              <a:gd name="adj" fmla="val 713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075834" y="1847404"/>
            <a:ext cx="2457673" cy="188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{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"company_name": "SOPRA STERIA GROUP",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"url": "https://www.societe.com/societe/sopra-steria-group-326820065.html",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"legal_form": null,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"capital": "19689538,00",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"stated_primary_business_activity": null,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"type_of_business": null,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"collective_bargaining_agreement": null,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"revenue": 1984700000,00",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"net_results": 176640000,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"carbon_footprint": "70204 tCO2e",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5B5F71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[...]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956771" y="3914552"/>
            <a:ext cx="3152998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750" dirty="0"/>
          </a:p>
        </p:txBody>
      </p:sp>
      <p:pic>
        <p:nvPicPr>
          <p:cNvPr id="12" name="Image 11" descr="Releases · n8n-io/n8n · GitHub">
            <a:extLst>
              <a:ext uri="{FF2B5EF4-FFF2-40B4-BE49-F238E27FC236}">
                <a16:creationId xmlns:a16="http://schemas.microsoft.com/office/drawing/2014/main" id="{A401C5D9-2F3F-39D3-3DE0-524157CF0B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94" b="794"/>
          <a:stretch>
            <a:fillRect/>
          </a:stretch>
        </p:blipFill>
        <p:spPr>
          <a:xfrm>
            <a:off x="8309202" y="83684"/>
            <a:ext cx="646718" cy="660325"/>
          </a:xfrm>
          <a:prstGeom prst="rect">
            <a:avLst/>
          </a:prstGeom>
          <a:ln>
            <a:solidFill>
              <a:srgbClr val="FF334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237"/>
            <a:ext cx="361362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Exemple : Sopra Steria Group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99332"/>
            <a:ext cx="3392909" cy="19226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5535" y="829866"/>
            <a:ext cx="163636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Extrait JSON retourné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945535" y="1041202"/>
            <a:ext cx="2707035" cy="3467249"/>
          </a:xfrm>
          <a:prstGeom prst="roundRect">
            <a:avLst>
              <a:gd name="adj" fmla="val 1430"/>
            </a:avLst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5940996" y="1041202"/>
            <a:ext cx="2716113" cy="3467249"/>
          </a:xfrm>
          <a:prstGeom prst="roundRect">
            <a:avLst>
              <a:gd name="adj" fmla="val 509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6056114" y="1133326"/>
            <a:ext cx="2485876" cy="328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[...]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{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"label": "Gouvernance du secteur",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"score": "50/100"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{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"label": "Achats &amp; approvisionnements du secteur",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"score": "98/100"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{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"label": "Dépendance commerciale du secteur",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"score": "98/100"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{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"label": "Souveraineté numérique du secteur",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"score": "25/100"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{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"Année score": "2024",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"Score territorial": "B",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"Score social": "B",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"Score fiscal": "D"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],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"scrapped_at": "2026-06-04T04:26:41.392-04:00"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7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005CC5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]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945535" y="4575795"/>
            <a:ext cx="3164235" cy="12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700" dirty="0"/>
          </a:p>
        </p:txBody>
      </p:sp>
      <p:pic>
        <p:nvPicPr>
          <p:cNvPr id="12" name="Image 11" descr="Releases · n8n-io/n8n · GitHub">
            <a:extLst>
              <a:ext uri="{FF2B5EF4-FFF2-40B4-BE49-F238E27FC236}">
                <a16:creationId xmlns:a16="http://schemas.microsoft.com/office/drawing/2014/main" id="{7A5F5007-A729-8370-2E8A-7B6642678D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94" b="794"/>
          <a:stretch>
            <a:fillRect/>
          </a:stretch>
        </p:blipFill>
        <p:spPr>
          <a:xfrm>
            <a:off x="8309202" y="83684"/>
            <a:ext cx="646718" cy="660325"/>
          </a:xfrm>
          <a:prstGeom prst="rect">
            <a:avLst/>
          </a:prstGeom>
          <a:ln>
            <a:solidFill>
              <a:srgbClr val="FF334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662"/>
            <a:ext cx="6762676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Difficultés rencontrées &amp; Solution retenue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96119" y="1065014"/>
            <a:ext cx="287015" cy="287015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3930" y="1088901"/>
            <a:ext cx="191319" cy="239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97954" y="1108844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Qualité des sources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97954" y="1376958"/>
            <a:ext cx="7749927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Nécessité du nom + SIREN. Source retenue : </a:t>
            </a: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annuaire-entreprises.data.gouv.fr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6119" y="1800523"/>
            <a:ext cx="287015" cy="287015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3930" y="1824410"/>
            <a:ext cx="191319" cy="239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7954" y="1844353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VM initiale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7954" y="2112466"/>
            <a:ext cx="7749927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Solution simple mais coûteuse en fonctionnement continu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119" y="2536031"/>
            <a:ext cx="287015" cy="287015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930" y="2559918"/>
            <a:ext cx="191319" cy="239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7954" y="2579861"/>
            <a:ext cx="291755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Migration Google RunTime + CloudSQL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97954" y="2847975"/>
            <a:ext cx="7749927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Pratique, mais CloudSQL représente un gouffre financier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6119" y="3271540"/>
            <a:ext cx="287015" cy="287015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930" y="3295427"/>
            <a:ext cx="191319" cy="239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97954" y="3315370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BigQuery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7954" y="3583484"/>
            <a:ext cx="7749927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Transfert faisable mais manque de temps pour l'implémenter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6119" y="4007048"/>
            <a:ext cx="287015" cy="287015"/>
          </a:xfrm>
          <a:prstGeom prst="roundRect">
            <a:avLst>
              <a:gd name="adj" fmla="val 18671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930" y="4030935"/>
            <a:ext cx="191319" cy="2391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7954" y="4050878"/>
            <a:ext cx="15948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Solution retenue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7954" y="4318992"/>
            <a:ext cx="7749927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Google RunTime uniquement</a:t>
            </a:r>
            <a:r>
              <a:rPr lang="en-US" sz="10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N8N ne consulte plus la BDD pour le SIREN. Le workflow résout lui-même le couple nom/SIREN avant d'appeler le Webhook.</a:t>
            </a:r>
            <a:endParaRPr lang="en-US" sz="1000" dirty="0"/>
          </a:p>
        </p:txBody>
      </p:sp>
      <p:pic>
        <p:nvPicPr>
          <p:cNvPr id="26" name="Image 25" descr="Releases · n8n-io/n8n · GitHub">
            <a:extLst>
              <a:ext uri="{FF2B5EF4-FFF2-40B4-BE49-F238E27FC236}">
                <a16:creationId xmlns:a16="http://schemas.microsoft.com/office/drawing/2014/main" id="{01AD7275-03FA-20AC-76F0-288C595096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4" b="794"/>
          <a:stretch>
            <a:fillRect/>
          </a:stretch>
        </p:blipFill>
        <p:spPr>
          <a:xfrm>
            <a:off x="8309202" y="83684"/>
            <a:ext cx="646718" cy="660325"/>
          </a:xfrm>
          <a:prstGeom prst="rect">
            <a:avLst/>
          </a:prstGeom>
          <a:ln>
            <a:solidFill>
              <a:srgbClr val="FF3344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Affichage à l'écran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28</cp:revision>
  <dcterms:created xsi:type="dcterms:W3CDTF">2026-06-04T12:35:18Z</dcterms:created>
  <dcterms:modified xsi:type="dcterms:W3CDTF">2026-06-04T12:41:02Z</dcterms:modified>
</cp:coreProperties>
</file>